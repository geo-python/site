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Ready Santa 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Enhanced Public Information and Warning for Santa Fe</a:t>
            </a:r>
          </a:p>
          <a:p>
            <a:r>
              <a:t>Public Safety Committee</a:t>
            </a:r>
          </a:p>
          <a:p>
            <a:r>
              <a:t>January 20, 2026</a:t>
            </a:r>
          </a:p>
          <a:p/>
          <a:p>
            <a:r>
              <a:t>Kyle Morgan, Interim Director</a:t>
            </a:r>
          </a:p>
          <a:p>
            <a:r>
              <a:t>Office of Emergency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Ready Santa Fe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Steady State Operations:</a:t>
            </a:r>
          </a:p>
          <a:p>
            <a:pPr lvl="1">
              <a:defRPr sz="1600"/>
            </a:pPr>
            <a:r>
              <a:t>Visual display of road closures and public safety notices</a:t>
            </a:r>
          </a:p>
          <a:p>
            <a:pPr lvl="1">
              <a:defRPr sz="1600"/>
            </a:pPr>
            <a:r>
              <a:t>Supports Alert Santa Fe by answering "WHERE is this happening?"</a:t>
            </a:r>
          </a:p>
          <a:p>
            <a:pPr lvl="1">
              <a:defRPr sz="1600"/>
            </a:pPr>
            <a:r>
              <a:t>Reduces repeat calls to dispatch asking for location details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Disaster Response:</a:t>
            </a:r>
          </a:p>
          <a:p>
            <a:pPr lvl="1">
              <a:defRPr sz="1600"/>
            </a:pPr>
            <a:r>
              <a:t>Instant scale-up for evacuations (READY/SET/GO orders)</a:t>
            </a:r>
          </a:p>
          <a:p>
            <a:pPr lvl="1">
              <a:defRPr sz="1600"/>
            </a:pPr>
            <a:r>
              <a:t>Shelter locations and points of distribution</a:t>
            </a:r>
          </a:p>
          <a:p>
            <a:pPr lvl="1">
              <a:defRPr sz="1600"/>
            </a:pPr>
            <a:r>
              <a:t>Multiple simultaneous incidents on one map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Preparedness Resources:</a:t>
            </a:r>
          </a:p>
          <a:p>
            <a:pPr lvl="1">
              <a:defRPr sz="1600"/>
            </a:pPr>
            <a:r>
              <a:t>Local situational awareness tools</a:t>
            </a:r>
          </a:p>
          <a:p>
            <a:pPr lvl="1">
              <a:defRPr sz="1600"/>
            </a:pPr>
            <a:r>
              <a:t>Wildland fire hazard mitigation recommendations</a:t>
            </a:r>
          </a:p>
          <a:p>
            <a:pPr lvl="1">
              <a:defRPr sz="1600"/>
            </a:pPr>
            <a:r>
              <a:t>Links to hazard information and emergency planning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Current Status &amp; 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This is NEW - We're Still Learning:</a:t>
            </a:r>
          </a:p>
          <a:p>
            <a:pPr lvl="1">
              <a:defRPr sz="1600"/>
            </a:pPr>
            <a:r>
              <a:t>Launched training program for SFPD and SFFD leadership</a:t>
            </a:r>
          </a:p>
          <a:p>
            <a:pPr lvl="1">
              <a:defRPr sz="1600"/>
            </a:pPr>
            <a:r>
              <a:t>3-week practice scenario program to build familiarity</a:t>
            </a:r>
          </a:p>
          <a:p>
            <a:pPr lvl="1">
              <a:defRPr sz="1600"/>
            </a:pPr>
            <a:r>
              <a:t>Iterating based on first responder feedback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Already Deployed:</a:t>
            </a:r>
          </a:p>
          <a:p>
            <a:pPr lvl="1">
              <a:defRPr sz="1600"/>
            </a:pPr>
            <a:r>
              <a:t>2 law enforcement incidents</a:t>
            </a:r>
          </a:p>
          <a:p>
            <a:pPr lvl="1">
              <a:defRPr sz="1600"/>
            </a:pPr>
            <a:r>
              <a:t>1 mass care and sheltering operation (Code Blue)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Huge Thank You to SFPD:</a:t>
            </a:r>
          </a:p>
          <a:p>
            <a:pPr lvl="1">
              <a:defRPr sz="1600"/>
            </a:pPr>
            <a:r>
              <a:t>Leadership willingness to learn new technology</a:t>
            </a:r>
          </a:p>
          <a:p>
            <a:pPr lvl="1">
              <a:defRPr sz="1600"/>
            </a:pPr>
            <a:r>
              <a:t>Adaptive approach to improving public communications</a:t>
            </a:r>
          </a:p>
          <a:p>
            <a:pPr lvl="1">
              <a:defRPr sz="1600"/>
            </a:pPr>
            <a:r>
              <a:t>Partnership in developing SOPs and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Critical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Ready Santa Fe Supports Improved Public Information - But It's Not Everything:</a:t>
            </a:r>
          </a:p>
          <a:p>
            <a:pPr>
              <a:spcBef>
                <a:spcPts val="600"/>
              </a:spcBef>
              <a:defRPr sz="1600"/>
            </a:pPr>
            <a:r>
              <a:t>✓ Register for Alert Santa Fe - Direct text/email notifications</a:t>
            </a:r>
          </a:p>
          <a:p>
            <a:pPr>
              <a:spcBef>
                <a:spcPts val="600"/>
              </a:spcBef>
              <a:defRPr sz="1600"/>
            </a:pPr>
            <a:r>
              <a:t>✓ Enable Government Alerts - IPAWS/Wireless Emergency Alerts on your phone</a:t>
            </a:r>
          </a:p>
          <a:p>
            <a:pPr>
              <a:spcBef>
                <a:spcPts val="600"/>
              </a:spcBef>
              <a:defRPr sz="1600"/>
            </a:pPr>
            <a:r>
              <a:t>✓ Bookmark ready.santafenm.gov - Visual geographic information</a:t>
            </a:r>
          </a:p>
          <a:p/>
          <a:p>
            <a:pPr>
              <a:spcBef>
                <a:spcPts val="1200"/>
              </a:spcBef>
              <a:defRPr sz="1600" i="1"/>
            </a:pPr>
            <a:r>
              <a:t>Redundancy is valuable - We communicate across multiple platforms to ensure you receive consistent, official information however you prefer to stay informed.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Where We're Going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Near-Term Integrations:</a:t>
            </a:r>
          </a:p>
          <a:p>
            <a:pPr lvl="1">
              <a:defRPr sz="1600"/>
            </a:pPr>
            <a:r>
              <a:t>Apple Maps and Google Maps (traffic/closure data)</a:t>
            </a:r>
          </a:p>
          <a:p>
            <a:pPr lvl="1">
              <a:defRPr sz="1600"/>
            </a:pPr>
            <a:r>
              <a:t>Third-party apps like Watch Duty (wildfire evacuations)</a:t>
            </a:r>
          </a:p>
          <a:p>
            <a:pPr lvl="1">
              <a:defRPr sz="1600"/>
            </a:pPr>
            <a:r>
              <a:t>NIFC portal and other authoritative sources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Why? People interact with spatial data in many ways throughout their day. We want our information available where residents already look.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Future Growth Areas:</a:t>
            </a:r>
          </a:p>
          <a:p>
            <a:pPr lvl="1">
              <a:defRPr sz="1600"/>
            </a:pPr>
            <a:r>
              <a:t>Special events management (pre-planned closures)</a:t>
            </a:r>
          </a:p>
          <a:p>
            <a:pPr lvl="1">
              <a:defRPr sz="1600"/>
            </a:pPr>
            <a:r>
              <a:t>Utility notifications (water, power outages)</a:t>
            </a:r>
          </a:p>
          <a:p>
            <a:pPr lvl="1">
              <a:defRPr sz="1600"/>
            </a:pPr>
            <a:r>
              <a:t>Enhanced multi-agency coordination tools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The Goal: Make official emergency information accessible, visual, and scalable for any incident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